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Times New Roman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7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9.jpe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jpe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53320" b="-902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387750" y="9776690"/>
            <a:ext cx="57150" cy="538885"/>
            <a:chOff x="0" y="0"/>
            <a:chExt cx="76200" cy="718513"/>
          </a:xfrm>
        </p:grpSpPr>
        <p:sp>
          <p:nvSpPr>
            <p:cNvPr id="4" name="Freeform 4"/>
            <p:cNvSpPr/>
            <p:nvPr/>
          </p:nvSpPr>
          <p:spPr>
            <a:xfrm>
              <a:off x="0" y="38100"/>
              <a:ext cx="76200" cy="642366"/>
            </a:xfrm>
            <a:custGeom>
              <a:avLst/>
              <a:gdLst/>
              <a:ahLst/>
              <a:cxnLst/>
              <a:rect l="l" t="t" r="r" b="b"/>
              <a:pathLst>
                <a:path w="76200" h="642366">
                  <a:moveTo>
                    <a:pt x="0" y="642366"/>
                  </a:moveTo>
                  <a:lnTo>
                    <a:pt x="0" y="0"/>
                  </a:lnTo>
                  <a:lnTo>
                    <a:pt x="76200" y="0"/>
                  </a:lnTo>
                  <a:lnTo>
                    <a:pt x="76200" y="642366"/>
                  </a:lnTo>
                  <a:close/>
                </a:path>
              </a:pathLst>
            </a:custGeom>
            <a:solidFill>
              <a:srgbClr val="CF0A2D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-23181" y="-397564"/>
            <a:ext cx="888647" cy="10889239"/>
          </a:xfrm>
          <a:custGeom>
            <a:avLst/>
            <a:gdLst/>
            <a:ahLst/>
            <a:cxnLst/>
            <a:rect l="l" t="t" r="r" b="b"/>
            <a:pathLst>
              <a:path w="888647" h="10889239">
                <a:moveTo>
                  <a:pt x="0" y="0"/>
                </a:moveTo>
                <a:lnTo>
                  <a:pt x="888646" y="0"/>
                </a:lnTo>
                <a:lnTo>
                  <a:pt x="888646" y="10889239"/>
                </a:lnTo>
                <a:lnTo>
                  <a:pt x="0" y="108892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35146" y="-28575"/>
            <a:ext cx="69019" cy="10344150"/>
            <a:chOff x="0" y="0"/>
            <a:chExt cx="92025" cy="13792200"/>
          </a:xfrm>
        </p:grpSpPr>
        <p:sp>
          <p:nvSpPr>
            <p:cNvPr id="7" name="Freeform 7"/>
            <p:cNvSpPr/>
            <p:nvPr/>
          </p:nvSpPr>
          <p:spPr>
            <a:xfrm>
              <a:off x="0" y="38100"/>
              <a:ext cx="92075" cy="13716000"/>
            </a:xfrm>
            <a:custGeom>
              <a:avLst/>
              <a:gdLst/>
              <a:ahLst/>
              <a:cxnLst/>
              <a:rect l="l" t="t" r="r" b="b"/>
              <a:pathLst>
                <a:path w="92075" h="13716000">
                  <a:moveTo>
                    <a:pt x="15875" y="13716000"/>
                  </a:moveTo>
                  <a:lnTo>
                    <a:pt x="0" y="0"/>
                  </a:lnTo>
                  <a:lnTo>
                    <a:pt x="76200" y="0"/>
                  </a:lnTo>
                  <a:lnTo>
                    <a:pt x="92075" y="13716000"/>
                  </a:lnTo>
                  <a:close/>
                </a:path>
              </a:pathLst>
            </a:custGeom>
            <a:solidFill>
              <a:srgbClr val="CF0A2D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7659350" y="9730397"/>
            <a:ext cx="420982" cy="493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2401" b="1">
                <a:solidFill>
                  <a:srgbClr val="CF0A2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 rot="-5400000">
            <a:off x="-1025645" y="8533172"/>
            <a:ext cx="2718073" cy="415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1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SUNUM ŞABLONU</a:t>
            </a:r>
          </a:p>
        </p:txBody>
      </p:sp>
      <p:sp>
        <p:nvSpPr>
          <p:cNvPr id="10" name="TextBox 10"/>
          <p:cNvSpPr txBox="1"/>
          <p:nvPr/>
        </p:nvSpPr>
        <p:spPr>
          <a:xfrm rot="-5400000">
            <a:off x="-2289137" y="1940443"/>
            <a:ext cx="5322813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algn="l">
              <a:lnSpc>
                <a:spcPts val="3358"/>
              </a:lnSpc>
            </a:pPr>
            <a:r>
              <a:rPr lang="tr-TR" sz="2400" b="1" dirty="0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</a:t>
            </a:r>
            <a:r>
              <a:rPr lang="en-US" sz="2400" b="1" dirty="0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 VADİ PROJE PAZARI</a:t>
            </a:r>
          </a:p>
        </p:txBody>
      </p:sp>
      <p:sp>
        <p:nvSpPr>
          <p:cNvPr id="11" name="Freeform 11"/>
          <p:cNvSpPr/>
          <p:nvPr/>
        </p:nvSpPr>
        <p:spPr>
          <a:xfrm>
            <a:off x="1461040" y="558190"/>
            <a:ext cx="2466064" cy="1744740"/>
          </a:xfrm>
          <a:custGeom>
            <a:avLst/>
            <a:gdLst/>
            <a:ahLst/>
            <a:cxnLst/>
            <a:rect l="l" t="t" r="r" b="b"/>
            <a:pathLst>
              <a:path w="2466064" h="1744740">
                <a:moveTo>
                  <a:pt x="0" y="0"/>
                </a:moveTo>
                <a:lnTo>
                  <a:pt x="2466064" y="0"/>
                </a:lnTo>
                <a:lnTo>
                  <a:pt x="2466064" y="1744740"/>
                </a:lnTo>
                <a:lnTo>
                  <a:pt x="0" y="1744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387750" y="9776690"/>
            <a:ext cx="57150" cy="538885"/>
            <a:chOff x="0" y="0"/>
            <a:chExt cx="76200" cy="718513"/>
          </a:xfrm>
        </p:grpSpPr>
        <p:sp>
          <p:nvSpPr>
            <p:cNvPr id="3" name="Freeform 3"/>
            <p:cNvSpPr/>
            <p:nvPr/>
          </p:nvSpPr>
          <p:spPr>
            <a:xfrm>
              <a:off x="0" y="38100"/>
              <a:ext cx="76200" cy="642366"/>
            </a:xfrm>
            <a:custGeom>
              <a:avLst/>
              <a:gdLst/>
              <a:ahLst/>
              <a:cxnLst/>
              <a:rect l="l" t="t" r="r" b="b"/>
              <a:pathLst>
                <a:path w="76200" h="642366">
                  <a:moveTo>
                    <a:pt x="0" y="642366"/>
                  </a:moveTo>
                  <a:lnTo>
                    <a:pt x="0" y="0"/>
                  </a:lnTo>
                  <a:lnTo>
                    <a:pt x="76200" y="0"/>
                  </a:lnTo>
                  <a:lnTo>
                    <a:pt x="76200" y="642366"/>
                  </a:lnTo>
                  <a:close/>
                </a:path>
              </a:pathLst>
            </a:custGeom>
            <a:solidFill>
              <a:srgbClr val="CF0A2D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-23181" y="-397564"/>
            <a:ext cx="888647" cy="10889239"/>
          </a:xfrm>
          <a:custGeom>
            <a:avLst/>
            <a:gdLst/>
            <a:ahLst/>
            <a:cxnLst/>
            <a:rect l="l" t="t" r="r" b="b"/>
            <a:pathLst>
              <a:path w="888647" h="10889239">
                <a:moveTo>
                  <a:pt x="0" y="0"/>
                </a:moveTo>
                <a:lnTo>
                  <a:pt x="888646" y="0"/>
                </a:lnTo>
                <a:lnTo>
                  <a:pt x="888646" y="10889239"/>
                </a:lnTo>
                <a:lnTo>
                  <a:pt x="0" y="108892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90600" y="-19050"/>
            <a:ext cx="57150" cy="10794124"/>
            <a:chOff x="0" y="0"/>
            <a:chExt cx="76200" cy="14392165"/>
          </a:xfrm>
        </p:grpSpPr>
        <p:sp>
          <p:nvSpPr>
            <p:cNvPr id="6" name="Freeform 6"/>
            <p:cNvSpPr/>
            <p:nvPr/>
          </p:nvSpPr>
          <p:spPr>
            <a:xfrm>
              <a:off x="0" y="25400"/>
              <a:ext cx="76200" cy="14341475"/>
            </a:xfrm>
            <a:custGeom>
              <a:avLst/>
              <a:gdLst/>
              <a:ahLst/>
              <a:cxnLst/>
              <a:rect l="l" t="t" r="r" b="b"/>
              <a:pathLst>
                <a:path w="76200" h="14341475">
                  <a:moveTo>
                    <a:pt x="50800" y="0"/>
                  </a:moveTo>
                  <a:lnTo>
                    <a:pt x="76200" y="14341348"/>
                  </a:lnTo>
                  <a:lnTo>
                    <a:pt x="25400" y="143414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F8F9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35146" y="-28575"/>
            <a:ext cx="69019" cy="10344150"/>
            <a:chOff x="0" y="0"/>
            <a:chExt cx="92025" cy="13792200"/>
          </a:xfrm>
        </p:grpSpPr>
        <p:sp>
          <p:nvSpPr>
            <p:cNvPr id="8" name="Freeform 8"/>
            <p:cNvSpPr/>
            <p:nvPr/>
          </p:nvSpPr>
          <p:spPr>
            <a:xfrm>
              <a:off x="0" y="38100"/>
              <a:ext cx="92075" cy="13716000"/>
            </a:xfrm>
            <a:custGeom>
              <a:avLst/>
              <a:gdLst/>
              <a:ahLst/>
              <a:cxnLst/>
              <a:rect l="l" t="t" r="r" b="b"/>
              <a:pathLst>
                <a:path w="92075" h="13716000">
                  <a:moveTo>
                    <a:pt x="15875" y="13716000"/>
                  </a:moveTo>
                  <a:lnTo>
                    <a:pt x="0" y="0"/>
                  </a:lnTo>
                  <a:lnTo>
                    <a:pt x="76200" y="0"/>
                  </a:lnTo>
                  <a:lnTo>
                    <a:pt x="92075" y="13716000"/>
                  </a:lnTo>
                  <a:close/>
                </a:path>
              </a:pathLst>
            </a:custGeom>
            <a:solidFill>
              <a:srgbClr val="CF0A2D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353090" y="4595547"/>
            <a:ext cx="1095905" cy="1095905"/>
          </a:xfrm>
          <a:custGeom>
            <a:avLst/>
            <a:gdLst/>
            <a:ahLst/>
            <a:cxnLst/>
            <a:rect l="l" t="t" r="r" b="b"/>
            <a:pathLst>
              <a:path w="1095905" h="1095905">
                <a:moveTo>
                  <a:pt x="0" y="0"/>
                </a:moveTo>
                <a:lnTo>
                  <a:pt x="1095905" y="0"/>
                </a:lnTo>
                <a:lnTo>
                  <a:pt x="1095905" y="1095905"/>
                </a:lnTo>
                <a:lnTo>
                  <a:pt x="0" y="109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95940" y="4585520"/>
            <a:ext cx="2697890" cy="1154061"/>
            <a:chOff x="0" y="0"/>
            <a:chExt cx="3597187" cy="15387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97148" cy="1538732"/>
            </a:xfrm>
            <a:custGeom>
              <a:avLst/>
              <a:gdLst/>
              <a:ahLst/>
              <a:cxnLst/>
              <a:rect l="l" t="t" r="r" b="b"/>
              <a:pathLst>
                <a:path w="3597148" h="1538732">
                  <a:moveTo>
                    <a:pt x="0" y="0"/>
                  </a:moveTo>
                  <a:lnTo>
                    <a:pt x="3597148" y="0"/>
                  </a:lnTo>
                  <a:lnTo>
                    <a:pt x="3597148" y="1538732"/>
                  </a:lnTo>
                  <a:lnTo>
                    <a:pt x="0" y="1538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6887" r="-1" b="-66888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7659350" y="9730397"/>
            <a:ext cx="420982" cy="4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2401" b="1">
                <a:solidFill>
                  <a:srgbClr val="CF0A2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 rot="-5400000">
            <a:off x="-1025645" y="8533172"/>
            <a:ext cx="2718073" cy="415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1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SUNUM ŞABLONU</a:t>
            </a:r>
          </a:p>
        </p:txBody>
      </p:sp>
      <p:sp>
        <p:nvSpPr>
          <p:cNvPr id="14" name="TextBox 14"/>
          <p:cNvSpPr txBox="1"/>
          <p:nvPr/>
        </p:nvSpPr>
        <p:spPr>
          <a:xfrm rot="-5400000">
            <a:off x="-2289137" y="1940443"/>
            <a:ext cx="5322813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algn="l">
              <a:lnSpc>
                <a:spcPts val="3358"/>
              </a:lnSpc>
            </a:pPr>
            <a:r>
              <a:rPr lang="tr-TR" sz="2400" b="1" dirty="0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</a:t>
            </a:r>
            <a:r>
              <a:rPr lang="en-US" sz="2400" b="1" dirty="0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 VADİ PROJE PAZARI</a:t>
            </a:r>
          </a:p>
        </p:txBody>
      </p:sp>
      <p:sp>
        <p:nvSpPr>
          <p:cNvPr id="15" name="Freeform 15"/>
          <p:cNvSpPr/>
          <p:nvPr/>
        </p:nvSpPr>
        <p:spPr>
          <a:xfrm>
            <a:off x="3079555" y="-19050"/>
            <a:ext cx="14972202" cy="9152433"/>
          </a:xfrm>
          <a:custGeom>
            <a:avLst/>
            <a:gdLst/>
            <a:ahLst/>
            <a:cxnLst/>
            <a:rect l="l" t="t" r="r" b="b"/>
            <a:pathLst>
              <a:path w="14972202" h="9152433">
                <a:moveTo>
                  <a:pt x="0" y="0"/>
                </a:moveTo>
                <a:lnTo>
                  <a:pt x="14972202" y="0"/>
                </a:lnTo>
                <a:lnTo>
                  <a:pt x="14972202" y="9152433"/>
                </a:lnTo>
                <a:lnTo>
                  <a:pt x="0" y="91524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337" r="-433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173256" y="475810"/>
            <a:ext cx="1799190" cy="1272927"/>
          </a:xfrm>
          <a:custGeom>
            <a:avLst/>
            <a:gdLst/>
            <a:ahLst/>
            <a:cxnLst/>
            <a:rect l="l" t="t" r="r" b="b"/>
            <a:pathLst>
              <a:path w="1799190" h="1272927">
                <a:moveTo>
                  <a:pt x="0" y="0"/>
                </a:moveTo>
                <a:lnTo>
                  <a:pt x="1799190" y="0"/>
                </a:lnTo>
                <a:lnTo>
                  <a:pt x="1799190" y="1272927"/>
                </a:lnTo>
                <a:lnTo>
                  <a:pt x="0" y="12729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387750" y="9776690"/>
            <a:ext cx="57150" cy="538885"/>
            <a:chOff x="0" y="0"/>
            <a:chExt cx="76200" cy="718513"/>
          </a:xfrm>
        </p:grpSpPr>
        <p:sp>
          <p:nvSpPr>
            <p:cNvPr id="3" name="Freeform 3"/>
            <p:cNvSpPr/>
            <p:nvPr/>
          </p:nvSpPr>
          <p:spPr>
            <a:xfrm>
              <a:off x="0" y="38100"/>
              <a:ext cx="76200" cy="642366"/>
            </a:xfrm>
            <a:custGeom>
              <a:avLst/>
              <a:gdLst/>
              <a:ahLst/>
              <a:cxnLst/>
              <a:rect l="l" t="t" r="r" b="b"/>
              <a:pathLst>
                <a:path w="76200" h="642366">
                  <a:moveTo>
                    <a:pt x="0" y="642366"/>
                  </a:moveTo>
                  <a:lnTo>
                    <a:pt x="0" y="0"/>
                  </a:lnTo>
                  <a:lnTo>
                    <a:pt x="76200" y="0"/>
                  </a:lnTo>
                  <a:lnTo>
                    <a:pt x="76200" y="642366"/>
                  </a:lnTo>
                  <a:close/>
                </a:path>
              </a:pathLst>
            </a:custGeom>
            <a:solidFill>
              <a:srgbClr val="CF0A2D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-23181" y="-397564"/>
            <a:ext cx="888647" cy="10889239"/>
          </a:xfrm>
          <a:custGeom>
            <a:avLst/>
            <a:gdLst/>
            <a:ahLst/>
            <a:cxnLst/>
            <a:rect l="l" t="t" r="r" b="b"/>
            <a:pathLst>
              <a:path w="888647" h="10889239">
                <a:moveTo>
                  <a:pt x="0" y="0"/>
                </a:moveTo>
                <a:lnTo>
                  <a:pt x="888646" y="0"/>
                </a:lnTo>
                <a:lnTo>
                  <a:pt x="888646" y="10889239"/>
                </a:lnTo>
                <a:lnTo>
                  <a:pt x="0" y="108892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35146" y="-28575"/>
            <a:ext cx="69019" cy="10344150"/>
            <a:chOff x="0" y="0"/>
            <a:chExt cx="92025" cy="13792200"/>
          </a:xfrm>
        </p:grpSpPr>
        <p:sp>
          <p:nvSpPr>
            <p:cNvPr id="6" name="Freeform 6"/>
            <p:cNvSpPr/>
            <p:nvPr/>
          </p:nvSpPr>
          <p:spPr>
            <a:xfrm>
              <a:off x="0" y="38100"/>
              <a:ext cx="92075" cy="13716000"/>
            </a:xfrm>
            <a:custGeom>
              <a:avLst/>
              <a:gdLst/>
              <a:ahLst/>
              <a:cxnLst/>
              <a:rect l="l" t="t" r="r" b="b"/>
              <a:pathLst>
                <a:path w="92075" h="13716000">
                  <a:moveTo>
                    <a:pt x="15875" y="13716000"/>
                  </a:moveTo>
                  <a:lnTo>
                    <a:pt x="0" y="0"/>
                  </a:lnTo>
                  <a:lnTo>
                    <a:pt x="76200" y="0"/>
                  </a:lnTo>
                  <a:lnTo>
                    <a:pt x="92075" y="13716000"/>
                  </a:lnTo>
                  <a:close/>
                </a:path>
              </a:pathLst>
            </a:custGeom>
            <a:solidFill>
              <a:srgbClr val="CF0A2D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353090" y="4595547"/>
            <a:ext cx="1095905" cy="1095905"/>
          </a:xfrm>
          <a:custGeom>
            <a:avLst/>
            <a:gdLst/>
            <a:ahLst/>
            <a:cxnLst/>
            <a:rect l="l" t="t" r="r" b="b"/>
            <a:pathLst>
              <a:path w="1095905" h="1095905">
                <a:moveTo>
                  <a:pt x="0" y="0"/>
                </a:moveTo>
                <a:lnTo>
                  <a:pt x="1095905" y="0"/>
                </a:lnTo>
                <a:lnTo>
                  <a:pt x="1095905" y="1095905"/>
                </a:lnTo>
                <a:lnTo>
                  <a:pt x="0" y="109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95940" y="4585520"/>
            <a:ext cx="2697890" cy="1154061"/>
            <a:chOff x="0" y="0"/>
            <a:chExt cx="3597187" cy="15387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97148" cy="1538732"/>
            </a:xfrm>
            <a:custGeom>
              <a:avLst/>
              <a:gdLst/>
              <a:ahLst/>
              <a:cxnLst/>
              <a:rect l="l" t="t" r="r" b="b"/>
              <a:pathLst>
                <a:path w="3597148" h="1538732">
                  <a:moveTo>
                    <a:pt x="0" y="0"/>
                  </a:moveTo>
                  <a:lnTo>
                    <a:pt x="3597148" y="0"/>
                  </a:lnTo>
                  <a:lnTo>
                    <a:pt x="3597148" y="1538732"/>
                  </a:lnTo>
                  <a:lnTo>
                    <a:pt x="0" y="1538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6887" r="-1" b="-66888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7659350" y="9730397"/>
            <a:ext cx="420982" cy="4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2401" b="1">
                <a:solidFill>
                  <a:srgbClr val="CF0A2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 rot="-5400000">
            <a:off x="-1025645" y="8533172"/>
            <a:ext cx="2718073" cy="415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1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SUNUM ŞABLONU</a:t>
            </a:r>
          </a:p>
        </p:txBody>
      </p:sp>
      <p:sp>
        <p:nvSpPr>
          <p:cNvPr id="12" name="TextBox 12"/>
          <p:cNvSpPr txBox="1"/>
          <p:nvPr/>
        </p:nvSpPr>
        <p:spPr>
          <a:xfrm rot="-5400000">
            <a:off x="-2289137" y="1940443"/>
            <a:ext cx="5322813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algn="l">
              <a:lnSpc>
                <a:spcPts val="3358"/>
              </a:lnSpc>
            </a:pPr>
            <a:r>
              <a:rPr lang="tr-TR" sz="2400" b="1" dirty="0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</a:t>
            </a:r>
            <a:r>
              <a:rPr lang="en-US" sz="2400" b="1" dirty="0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 VADİ PROJE PAZARI</a:t>
            </a:r>
          </a:p>
        </p:txBody>
      </p:sp>
      <p:sp>
        <p:nvSpPr>
          <p:cNvPr id="13" name="Freeform 13"/>
          <p:cNvSpPr/>
          <p:nvPr/>
        </p:nvSpPr>
        <p:spPr>
          <a:xfrm>
            <a:off x="2984305" y="125182"/>
            <a:ext cx="15048587" cy="9035980"/>
          </a:xfrm>
          <a:custGeom>
            <a:avLst/>
            <a:gdLst/>
            <a:ahLst/>
            <a:cxnLst/>
            <a:rect l="l" t="t" r="r" b="b"/>
            <a:pathLst>
              <a:path w="15048587" h="9035980">
                <a:moveTo>
                  <a:pt x="0" y="0"/>
                </a:moveTo>
                <a:lnTo>
                  <a:pt x="15048587" y="0"/>
                </a:lnTo>
                <a:lnTo>
                  <a:pt x="15048587" y="9035980"/>
                </a:lnTo>
                <a:lnTo>
                  <a:pt x="0" y="9035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412" t="-1946" r="-4412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173256" y="475810"/>
            <a:ext cx="1799190" cy="1272927"/>
          </a:xfrm>
          <a:custGeom>
            <a:avLst/>
            <a:gdLst/>
            <a:ahLst/>
            <a:cxnLst/>
            <a:rect l="l" t="t" r="r" b="b"/>
            <a:pathLst>
              <a:path w="1799190" h="1272927">
                <a:moveTo>
                  <a:pt x="0" y="0"/>
                </a:moveTo>
                <a:lnTo>
                  <a:pt x="1799190" y="0"/>
                </a:lnTo>
                <a:lnTo>
                  <a:pt x="1799190" y="1272927"/>
                </a:lnTo>
                <a:lnTo>
                  <a:pt x="0" y="12729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387750" y="9776690"/>
            <a:ext cx="57150" cy="538885"/>
            <a:chOff x="0" y="0"/>
            <a:chExt cx="76200" cy="718513"/>
          </a:xfrm>
        </p:grpSpPr>
        <p:sp>
          <p:nvSpPr>
            <p:cNvPr id="3" name="Freeform 3"/>
            <p:cNvSpPr/>
            <p:nvPr/>
          </p:nvSpPr>
          <p:spPr>
            <a:xfrm>
              <a:off x="0" y="38100"/>
              <a:ext cx="76200" cy="642366"/>
            </a:xfrm>
            <a:custGeom>
              <a:avLst/>
              <a:gdLst/>
              <a:ahLst/>
              <a:cxnLst/>
              <a:rect l="l" t="t" r="r" b="b"/>
              <a:pathLst>
                <a:path w="76200" h="642366">
                  <a:moveTo>
                    <a:pt x="0" y="642366"/>
                  </a:moveTo>
                  <a:lnTo>
                    <a:pt x="0" y="0"/>
                  </a:lnTo>
                  <a:lnTo>
                    <a:pt x="76200" y="0"/>
                  </a:lnTo>
                  <a:lnTo>
                    <a:pt x="76200" y="642366"/>
                  </a:lnTo>
                  <a:close/>
                </a:path>
              </a:pathLst>
            </a:custGeom>
            <a:solidFill>
              <a:srgbClr val="CF0A2D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7659350" y="9730397"/>
            <a:ext cx="420982" cy="4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2401" b="1">
                <a:solidFill>
                  <a:srgbClr val="CF0A2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id="5" name="Freeform 5"/>
          <p:cNvSpPr/>
          <p:nvPr/>
        </p:nvSpPr>
        <p:spPr>
          <a:xfrm>
            <a:off x="-23181" y="-397564"/>
            <a:ext cx="888647" cy="10889239"/>
          </a:xfrm>
          <a:custGeom>
            <a:avLst/>
            <a:gdLst/>
            <a:ahLst/>
            <a:cxnLst/>
            <a:rect l="l" t="t" r="r" b="b"/>
            <a:pathLst>
              <a:path w="888647" h="10889239">
                <a:moveTo>
                  <a:pt x="0" y="0"/>
                </a:moveTo>
                <a:lnTo>
                  <a:pt x="888646" y="0"/>
                </a:lnTo>
                <a:lnTo>
                  <a:pt x="888646" y="10889239"/>
                </a:lnTo>
                <a:lnTo>
                  <a:pt x="0" y="108892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90600" y="-19050"/>
            <a:ext cx="57150" cy="10794124"/>
            <a:chOff x="0" y="0"/>
            <a:chExt cx="76200" cy="14392165"/>
          </a:xfrm>
        </p:grpSpPr>
        <p:sp>
          <p:nvSpPr>
            <p:cNvPr id="7" name="Freeform 7"/>
            <p:cNvSpPr/>
            <p:nvPr/>
          </p:nvSpPr>
          <p:spPr>
            <a:xfrm>
              <a:off x="0" y="25400"/>
              <a:ext cx="76200" cy="14341475"/>
            </a:xfrm>
            <a:custGeom>
              <a:avLst/>
              <a:gdLst/>
              <a:ahLst/>
              <a:cxnLst/>
              <a:rect l="l" t="t" r="r" b="b"/>
              <a:pathLst>
                <a:path w="76200" h="14341475">
                  <a:moveTo>
                    <a:pt x="50800" y="0"/>
                  </a:moveTo>
                  <a:lnTo>
                    <a:pt x="76200" y="14341348"/>
                  </a:lnTo>
                  <a:lnTo>
                    <a:pt x="25400" y="143414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F8F9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56240" y="-144680"/>
            <a:ext cx="57150" cy="10794124"/>
            <a:chOff x="0" y="0"/>
            <a:chExt cx="76200" cy="14392165"/>
          </a:xfrm>
        </p:grpSpPr>
        <p:sp>
          <p:nvSpPr>
            <p:cNvPr id="9" name="Freeform 9"/>
            <p:cNvSpPr/>
            <p:nvPr/>
          </p:nvSpPr>
          <p:spPr>
            <a:xfrm>
              <a:off x="0" y="25400"/>
              <a:ext cx="76200" cy="14341475"/>
            </a:xfrm>
            <a:custGeom>
              <a:avLst/>
              <a:gdLst/>
              <a:ahLst/>
              <a:cxnLst/>
              <a:rect l="l" t="t" r="r" b="b"/>
              <a:pathLst>
                <a:path w="76200" h="14341475">
                  <a:moveTo>
                    <a:pt x="50800" y="0"/>
                  </a:moveTo>
                  <a:lnTo>
                    <a:pt x="76200" y="14341348"/>
                  </a:lnTo>
                  <a:lnTo>
                    <a:pt x="25400" y="143414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F8F9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35146" y="-28575"/>
            <a:ext cx="69019" cy="10344150"/>
            <a:chOff x="0" y="0"/>
            <a:chExt cx="92025" cy="13792200"/>
          </a:xfrm>
        </p:grpSpPr>
        <p:sp>
          <p:nvSpPr>
            <p:cNvPr id="11" name="Freeform 11"/>
            <p:cNvSpPr/>
            <p:nvPr/>
          </p:nvSpPr>
          <p:spPr>
            <a:xfrm>
              <a:off x="0" y="38100"/>
              <a:ext cx="92075" cy="13716000"/>
            </a:xfrm>
            <a:custGeom>
              <a:avLst/>
              <a:gdLst/>
              <a:ahLst/>
              <a:cxnLst/>
              <a:rect l="l" t="t" r="r" b="b"/>
              <a:pathLst>
                <a:path w="92075" h="13716000">
                  <a:moveTo>
                    <a:pt x="15875" y="13716000"/>
                  </a:moveTo>
                  <a:lnTo>
                    <a:pt x="0" y="0"/>
                  </a:lnTo>
                  <a:lnTo>
                    <a:pt x="76200" y="0"/>
                  </a:lnTo>
                  <a:lnTo>
                    <a:pt x="92075" y="13716000"/>
                  </a:lnTo>
                  <a:close/>
                </a:path>
              </a:pathLst>
            </a:custGeom>
            <a:solidFill>
              <a:srgbClr val="CF0A2D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353090" y="4595547"/>
            <a:ext cx="1095905" cy="1095905"/>
          </a:xfrm>
          <a:custGeom>
            <a:avLst/>
            <a:gdLst/>
            <a:ahLst/>
            <a:cxnLst/>
            <a:rect l="l" t="t" r="r" b="b"/>
            <a:pathLst>
              <a:path w="1095905" h="1095905">
                <a:moveTo>
                  <a:pt x="0" y="0"/>
                </a:moveTo>
                <a:lnTo>
                  <a:pt x="1095905" y="0"/>
                </a:lnTo>
                <a:lnTo>
                  <a:pt x="1095905" y="1095905"/>
                </a:lnTo>
                <a:lnTo>
                  <a:pt x="0" y="109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295940" y="4585520"/>
            <a:ext cx="2697890" cy="1154061"/>
            <a:chOff x="0" y="0"/>
            <a:chExt cx="3597187" cy="15387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97148" cy="1538732"/>
            </a:xfrm>
            <a:custGeom>
              <a:avLst/>
              <a:gdLst/>
              <a:ahLst/>
              <a:cxnLst/>
              <a:rect l="l" t="t" r="r" b="b"/>
              <a:pathLst>
                <a:path w="3597148" h="1538732">
                  <a:moveTo>
                    <a:pt x="0" y="0"/>
                  </a:moveTo>
                  <a:lnTo>
                    <a:pt x="3597148" y="0"/>
                  </a:lnTo>
                  <a:lnTo>
                    <a:pt x="3597148" y="1538732"/>
                  </a:lnTo>
                  <a:lnTo>
                    <a:pt x="0" y="1538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6887" r="-1" b="-66888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 rot="-5400000">
            <a:off x="-1025645" y="8533172"/>
            <a:ext cx="2718073" cy="415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1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SUNUM ŞABLONU</a:t>
            </a:r>
          </a:p>
        </p:txBody>
      </p:sp>
      <p:sp>
        <p:nvSpPr>
          <p:cNvPr id="16" name="TextBox 16"/>
          <p:cNvSpPr txBox="1"/>
          <p:nvPr/>
        </p:nvSpPr>
        <p:spPr>
          <a:xfrm rot="-5400000">
            <a:off x="-2289137" y="1940443"/>
            <a:ext cx="5322813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algn="l">
              <a:lnSpc>
                <a:spcPts val="3358"/>
              </a:lnSpc>
            </a:pPr>
            <a:r>
              <a:rPr lang="tr-TR" sz="2400" b="1" dirty="0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</a:t>
            </a:r>
            <a:r>
              <a:rPr lang="en-US" sz="2400" b="1" dirty="0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 VADİ PROJE PAZARI</a:t>
            </a:r>
          </a:p>
        </p:txBody>
      </p:sp>
      <p:sp>
        <p:nvSpPr>
          <p:cNvPr id="17" name="Freeform 17"/>
          <p:cNvSpPr/>
          <p:nvPr/>
        </p:nvSpPr>
        <p:spPr>
          <a:xfrm>
            <a:off x="2974780" y="-106580"/>
            <a:ext cx="15159744" cy="9238599"/>
          </a:xfrm>
          <a:custGeom>
            <a:avLst/>
            <a:gdLst/>
            <a:ahLst/>
            <a:cxnLst/>
            <a:rect l="l" t="t" r="r" b="b"/>
            <a:pathLst>
              <a:path w="15159744" h="9238599">
                <a:moveTo>
                  <a:pt x="0" y="0"/>
                </a:moveTo>
                <a:lnTo>
                  <a:pt x="15159744" y="0"/>
                </a:lnTo>
                <a:lnTo>
                  <a:pt x="15159744" y="9238599"/>
                </a:lnTo>
                <a:lnTo>
                  <a:pt x="0" y="92385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70" r="-4170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173256" y="475810"/>
            <a:ext cx="1799190" cy="1272927"/>
          </a:xfrm>
          <a:custGeom>
            <a:avLst/>
            <a:gdLst/>
            <a:ahLst/>
            <a:cxnLst/>
            <a:rect l="l" t="t" r="r" b="b"/>
            <a:pathLst>
              <a:path w="1799190" h="1272927">
                <a:moveTo>
                  <a:pt x="0" y="0"/>
                </a:moveTo>
                <a:lnTo>
                  <a:pt x="1799190" y="0"/>
                </a:lnTo>
                <a:lnTo>
                  <a:pt x="1799190" y="1272927"/>
                </a:lnTo>
                <a:lnTo>
                  <a:pt x="0" y="12729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387750" y="9776690"/>
            <a:ext cx="57150" cy="538885"/>
            <a:chOff x="0" y="0"/>
            <a:chExt cx="76200" cy="718513"/>
          </a:xfrm>
        </p:grpSpPr>
        <p:sp>
          <p:nvSpPr>
            <p:cNvPr id="3" name="Freeform 3"/>
            <p:cNvSpPr/>
            <p:nvPr/>
          </p:nvSpPr>
          <p:spPr>
            <a:xfrm>
              <a:off x="0" y="38100"/>
              <a:ext cx="76200" cy="642366"/>
            </a:xfrm>
            <a:custGeom>
              <a:avLst/>
              <a:gdLst/>
              <a:ahLst/>
              <a:cxnLst/>
              <a:rect l="l" t="t" r="r" b="b"/>
              <a:pathLst>
                <a:path w="76200" h="642366">
                  <a:moveTo>
                    <a:pt x="0" y="642366"/>
                  </a:moveTo>
                  <a:lnTo>
                    <a:pt x="0" y="0"/>
                  </a:lnTo>
                  <a:lnTo>
                    <a:pt x="76200" y="0"/>
                  </a:lnTo>
                  <a:lnTo>
                    <a:pt x="76200" y="642366"/>
                  </a:lnTo>
                  <a:close/>
                </a:path>
              </a:pathLst>
            </a:custGeom>
            <a:solidFill>
              <a:srgbClr val="CF0A2D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7659350" y="9730397"/>
            <a:ext cx="420982" cy="4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2401" b="1">
                <a:solidFill>
                  <a:srgbClr val="CF0A2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id="5" name="Freeform 5"/>
          <p:cNvSpPr/>
          <p:nvPr/>
        </p:nvSpPr>
        <p:spPr>
          <a:xfrm>
            <a:off x="-23181" y="-397564"/>
            <a:ext cx="888647" cy="10889239"/>
          </a:xfrm>
          <a:custGeom>
            <a:avLst/>
            <a:gdLst/>
            <a:ahLst/>
            <a:cxnLst/>
            <a:rect l="l" t="t" r="r" b="b"/>
            <a:pathLst>
              <a:path w="888647" h="10889239">
                <a:moveTo>
                  <a:pt x="0" y="0"/>
                </a:moveTo>
                <a:lnTo>
                  <a:pt x="888646" y="0"/>
                </a:lnTo>
                <a:lnTo>
                  <a:pt x="888646" y="10889239"/>
                </a:lnTo>
                <a:lnTo>
                  <a:pt x="0" y="108892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90600" y="-19050"/>
            <a:ext cx="57150" cy="10794124"/>
            <a:chOff x="0" y="0"/>
            <a:chExt cx="76200" cy="14392165"/>
          </a:xfrm>
        </p:grpSpPr>
        <p:sp>
          <p:nvSpPr>
            <p:cNvPr id="7" name="Freeform 7"/>
            <p:cNvSpPr/>
            <p:nvPr/>
          </p:nvSpPr>
          <p:spPr>
            <a:xfrm>
              <a:off x="0" y="25400"/>
              <a:ext cx="76200" cy="14341475"/>
            </a:xfrm>
            <a:custGeom>
              <a:avLst/>
              <a:gdLst/>
              <a:ahLst/>
              <a:cxnLst/>
              <a:rect l="l" t="t" r="r" b="b"/>
              <a:pathLst>
                <a:path w="76200" h="14341475">
                  <a:moveTo>
                    <a:pt x="50800" y="0"/>
                  </a:moveTo>
                  <a:lnTo>
                    <a:pt x="76200" y="14341348"/>
                  </a:lnTo>
                  <a:lnTo>
                    <a:pt x="25400" y="143414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F8F9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56240" y="-144680"/>
            <a:ext cx="57150" cy="10794124"/>
            <a:chOff x="0" y="0"/>
            <a:chExt cx="76200" cy="14392165"/>
          </a:xfrm>
        </p:grpSpPr>
        <p:sp>
          <p:nvSpPr>
            <p:cNvPr id="9" name="Freeform 9"/>
            <p:cNvSpPr/>
            <p:nvPr/>
          </p:nvSpPr>
          <p:spPr>
            <a:xfrm>
              <a:off x="0" y="25400"/>
              <a:ext cx="76200" cy="14341475"/>
            </a:xfrm>
            <a:custGeom>
              <a:avLst/>
              <a:gdLst/>
              <a:ahLst/>
              <a:cxnLst/>
              <a:rect l="l" t="t" r="r" b="b"/>
              <a:pathLst>
                <a:path w="76200" h="14341475">
                  <a:moveTo>
                    <a:pt x="50800" y="0"/>
                  </a:moveTo>
                  <a:lnTo>
                    <a:pt x="76200" y="14341348"/>
                  </a:lnTo>
                  <a:lnTo>
                    <a:pt x="25400" y="143414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F8F9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35146" y="-28575"/>
            <a:ext cx="69019" cy="10344150"/>
            <a:chOff x="0" y="0"/>
            <a:chExt cx="92025" cy="13792200"/>
          </a:xfrm>
        </p:grpSpPr>
        <p:sp>
          <p:nvSpPr>
            <p:cNvPr id="11" name="Freeform 11"/>
            <p:cNvSpPr/>
            <p:nvPr/>
          </p:nvSpPr>
          <p:spPr>
            <a:xfrm>
              <a:off x="0" y="38100"/>
              <a:ext cx="92075" cy="13716000"/>
            </a:xfrm>
            <a:custGeom>
              <a:avLst/>
              <a:gdLst/>
              <a:ahLst/>
              <a:cxnLst/>
              <a:rect l="l" t="t" r="r" b="b"/>
              <a:pathLst>
                <a:path w="92075" h="13716000">
                  <a:moveTo>
                    <a:pt x="15875" y="13716000"/>
                  </a:moveTo>
                  <a:lnTo>
                    <a:pt x="0" y="0"/>
                  </a:lnTo>
                  <a:lnTo>
                    <a:pt x="76200" y="0"/>
                  </a:lnTo>
                  <a:lnTo>
                    <a:pt x="92075" y="13716000"/>
                  </a:lnTo>
                  <a:close/>
                </a:path>
              </a:pathLst>
            </a:custGeom>
            <a:solidFill>
              <a:srgbClr val="CF0A2D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353090" y="4595547"/>
            <a:ext cx="1095905" cy="1095905"/>
          </a:xfrm>
          <a:custGeom>
            <a:avLst/>
            <a:gdLst/>
            <a:ahLst/>
            <a:cxnLst/>
            <a:rect l="l" t="t" r="r" b="b"/>
            <a:pathLst>
              <a:path w="1095905" h="1095905">
                <a:moveTo>
                  <a:pt x="0" y="0"/>
                </a:moveTo>
                <a:lnTo>
                  <a:pt x="1095905" y="0"/>
                </a:lnTo>
                <a:lnTo>
                  <a:pt x="1095905" y="1095905"/>
                </a:lnTo>
                <a:lnTo>
                  <a:pt x="0" y="109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295940" y="4585520"/>
            <a:ext cx="2697890" cy="1154061"/>
            <a:chOff x="0" y="0"/>
            <a:chExt cx="3597187" cy="15387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97148" cy="1538732"/>
            </a:xfrm>
            <a:custGeom>
              <a:avLst/>
              <a:gdLst/>
              <a:ahLst/>
              <a:cxnLst/>
              <a:rect l="l" t="t" r="r" b="b"/>
              <a:pathLst>
                <a:path w="3597148" h="1538732">
                  <a:moveTo>
                    <a:pt x="0" y="0"/>
                  </a:moveTo>
                  <a:lnTo>
                    <a:pt x="3597148" y="0"/>
                  </a:lnTo>
                  <a:lnTo>
                    <a:pt x="3597148" y="1538732"/>
                  </a:lnTo>
                  <a:lnTo>
                    <a:pt x="0" y="1538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6887" r="-1" b="-66888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 rot="-5400000">
            <a:off x="-1025645" y="8533172"/>
            <a:ext cx="2718073" cy="415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1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SUNUM ŞABLONU</a:t>
            </a:r>
          </a:p>
        </p:txBody>
      </p:sp>
      <p:sp>
        <p:nvSpPr>
          <p:cNvPr id="16" name="TextBox 16"/>
          <p:cNvSpPr txBox="1"/>
          <p:nvPr/>
        </p:nvSpPr>
        <p:spPr>
          <a:xfrm rot="-5400000">
            <a:off x="-2289137" y="1940443"/>
            <a:ext cx="5322813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algn="l">
              <a:lnSpc>
                <a:spcPts val="3358"/>
              </a:lnSpc>
            </a:pPr>
            <a:r>
              <a:rPr lang="tr-TR" sz="2400" b="1" dirty="0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</a:t>
            </a:r>
            <a:r>
              <a:rPr lang="en-US" sz="2400" b="1" dirty="0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 VADİ PROJE PAZARI</a:t>
            </a:r>
          </a:p>
        </p:txBody>
      </p:sp>
      <p:sp>
        <p:nvSpPr>
          <p:cNvPr id="17" name="Freeform 17"/>
          <p:cNvSpPr/>
          <p:nvPr/>
        </p:nvSpPr>
        <p:spPr>
          <a:xfrm>
            <a:off x="3098605" y="320226"/>
            <a:ext cx="14630399" cy="8962395"/>
          </a:xfrm>
          <a:custGeom>
            <a:avLst/>
            <a:gdLst/>
            <a:ahLst/>
            <a:cxnLst/>
            <a:rect l="l" t="t" r="r" b="b"/>
            <a:pathLst>
              <a:path w="14630399" h="8962395">
                <a:moveTo>
                  <a:pt x="0" y="0"/>
                </a:moveTo>
                <a:lnTo>
                  <a:pt x="14630399" y="0"/>
                </a:lnTo>
                <a:lnTo>
                  <a:pt x="14630399" y="8962395"/>
                </a:lnTo>
                <a:lnTo>
                  <a:pt x="0" y="8962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452" r="-4452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5989477" y="949972"/>
            <a:ext cx="1799190" cy="1272927"/>
          </a:xfrm>
          <a:custGeom>
            <a:avLst/>
            <a:gdLst/>
            <a:ahLst/>
            <a:cxnLst/>
            <a:rect l="l" t="t" r="r" b="b"/>
            <a:pathLst>
              <a:path w="1799190" h="1272927">
                <a:moveTo>
                  <a:pt x="0" y="0"/>
                </a:moveTo>
                <a:lnTo>
                  <a:pt x="1799190" y="0"/>
                </a:lnTo>
                <a:lnTo>
                  <a:pt x="1799190" y="1272926"/>
                </a:lnTo>
                <a:lnTo>
                  <a:pt x="0" y="12729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387750" y="9776690"/>
            <a:ext cx="57150" cy="538885"/>
            <a:chOff x="0" y="0"/>
            <a:chExt cx="76200" cy="718513"/>
          </a:xfrm>
        </p:grpSpPr>
        <p:sp>
          <p:nvSpPr>
            <p:cNvPr id="3" name="Freeform 3"/>
            <p:cNvSpPr/>
            <p:nvPr/>
          </p:nvSpPr>
          <p:spPr>
            <a:xfrm>
              <a:off x="0" y="38100"/>
              <a:ext cx="76200" cy="642366"/>
            </a:xfrm>
            <a:custGeom>
              <a:avLst/>
              <a:gdLst/>
              <a:ahLst/>
              <a:cxnLst/>
              <a:rect l="l" t="t" r="r" b="b"/>
              <a:pathLst>
                <a:path w="76200" h="642366">
                  <a:moveTo>
                    <a:pt x="0" y="642366"/>
                  </a:moveTo>
                  <a:lnTo>
                    <a:pt x="0" y="0"/>
                  </a:lnTo>
                  <a:lnTo>
                    <a:pt x="76200" y="0"/>
                  </a:lnTo>
                  <a:lnTo>
                    <a:pt x="76200" y="642366"/>
                  </a:lnTo>
                  <a:close/>
                </a:path>
              </a:pathLst>
            </a:custGeom>
            <a:solidFill>
              <a:srgbClr val="CF0A2D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7659350" y="9730397"/>
            <a:ext cx="420982" cy="41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2401" b="1">
                <a:solidFill>
                  <a:srgbClr val="CF0A2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  <p:sp>
        <p:nvSpPr>
          <p:cNvPr id="5" name="Freeform 5"/>
          <p:cNvSpPr/>
          <p:nvPr/>
        </p:nvSpPr>
        <p:spPr>
          <a:xfrm>
            <a:off x="-23181" y="-397564"/>
            <a:ext cx="888647" cy="10889239"/>
          </a:xfrm>
          <a:custGeom>
            <a:avLst/>
            <a:gdLst/>
            <a:ahLst/>
            <a:cxnLst/>
            <a:rect l="l" t="t" r="r" b="b"/>
            <a:pathLst>
              <a:path w="888647" h="10889239">
                <a:moveTo>
                  <a:pt x="0" y="0"/>
                </a:moveTo>
                <a:lnTo>
                  <a:pt x="888646" y="0"/>
                </a:lnTo>
                <a:lnTo>
                  <a:pt x="888646" y="10889239"/>
                </a:lnTo>
                <a:lnTo>
                  <a:pt x="0" y="108892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90600" y="-19050"/>
            <a:ext cx="57150" cy="10794124"/>
            <a:chOff x="0" y="0"/>
            <a:chExt cx="76200" cy="14392165"/>
          </a:xfrm>
        </p:grpSpPr>
        <p:sp>
          <p:nvSpPr>
            <p:cNvPr id="7" name="Freeform 7"/>
            <p:cNvSpPr/>
            <p:nvPr/>
          </p:nvSpPr>
          <p:spPr>
            <a:xfrm>
              <a:off x="0" y="25400"/>
              <a:ext cx="76200" cy="14341475"/>
            </a:xfrm>
            <a:custGeom>
              <a:avLst/>
              <a:gdLst/>
              <a:ahLst/>
              <a:cxnLst/>
              <a:rect l="l" t="t" r="r" b="b"/>
              <a:pathLst>
                <a:path w="76200" h="14341475">
                  <a:moveTo>
                    <a:pt x="50800" y="0"/>
                  </a:moveTo>
                  <a:lnTo>
                    <a:pt x="76200" y="14341348"/>
                  </a:lnTo>
                  <a:lnTo>
                    <a:pt x="25400" y="143414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F8F9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56240" y="-144680"/>
            <a:ext cx="57150" cy="10794124"/>
            <a:chOff x="0" y="0"/>
            <a:chExt cx="76200" cy="14392165"/>
          </a:xfrm>
        </p:grpSpPr>
        <p:sp>
          <p:nvSpPr>
            <p:cNvPr id="9" name="Freeform 9"/>
            <p:cNvSpPr/>
            <p:nvPr/>
          </p:nvSpPr>
          <p:spPr>
            <a:xfrm>
              <a:off x="0" y="25400"/>
              <a:ext cx="76200" cy="14341475"/>
            </a:xfrm>
            <a:custGeom>
              <a:avLst/>
              <a:gdLst/>
              <a:ahLst/>
              <a:cxnLst/>
              <a:rect l="l" t="t" r="r" b="b"/>
              <a:pathLst>
                <a:path w="76200" h="14341475">
                  <a:moveTo>
                    <a:pt x="50800" y="0"/>
                  </a:moveTo>
                  <a:lnTo>
                    <a:pt x="76200" y="14341348"/>
                  </a:lnTo>
                  <a:lnTo>
                    <a:pt x="25400" y="143414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F8F9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35146" y="-28575"/>
            <a:ext cx="69019" cy="10344150"/>
            <a:chOff x="0" y="0"/>
            <a:chExt cx="92025" cy="13792200"/>
          </a:xfrm>
        </p:grpSpPr>
        <p:sp>
          <p:nvSpPr>
            <p:cNvPr id="11" name="Freeform 11"/>
            <p:cNvSpPr/>
            <p:nvPr/>
          </p:nvSpPr>
          <p:spPr>
            <a:xfrm>
              <a:off x="0" y="38100"/>
              <a:ext cx="92075" cy="13716000"/>
            </a:xfrm>
            <a:custGeom>
              <a:avLst/>
              <a:gdLst/>
              <a:ahLst/>
              <a:cxnLst/>
              <a:rect l="l" t="t" r="r" b="b"/>
              <a:pathLst>
                <a:path w="92075" h="13716000">
                  <a:moveTo>
                    <a:pt x="15875" y="13716000"/>
                  </a:moveTo>
                  <a:lnTo>
                    <a:pt x="0" y="0"/>
                  </a:lnTo>
                  <a:lnTo>
                    <a:pt x="76200" y="0"/>
                  </a:lnTo>
                  <a:lnTo>
                    <a:pt x="92075" y="13716000"/>
                  </a:lnTo>
                  <a:close/>
                </a:path>
              </a:pathLst>
            </a:custGeom>
            <a:solidFill>
              <a:srgbClr val="CF0A2D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353090" y="4595547"/>
            <a:ext cx="1095905" cy="1095905"/>
          </a:xfrm>
          <a:custGeom>
            <a:avLst/>
            <a:gdLst/>
            <a:ahLst/>
            <a:cxnLst/>
            <a:rect l="l" t="t" r="r" b="b"/>
            <a:pathLst>
              <a:path w="1095905" h="1095905">
                <a:moveTo>
                  <a:pt x="0" y="0"/>
                </a:moveTo>
                <a:lnTo>
                  <a:pt x="1095905" y="0"/>
                </a:lnTo>
                <a:lnTo>
                  <a:pt x="1095905" y="1095905"/>
                </a:lnTo>
                <a:lnTo>
                  <a:pt x="0" y="1095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295940" y="4585520"/>
            <a:ext cx="2697890" cy="1154061"/>
            <a:chOff x="0" y="0"/>
            <a:chExt cx="3597187" cy="15387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97148" cy="1538732"/>
            </a:xfrm>
            <a:custGeom>
              <a:avLst/>
              <a:gdLst/>
              <a:ahLst/>
              <a:cxnLst/>
              <a:rect l="l" t="t" r="r" b="b"/>
              <a:pathLst>
                <a:path w="3597148" h="1538732">
                  <a:moveTo>
                    <a:pt x="0" y="0"/>
                  </a:moveTo>
                  <a:lnTo>
                    <a:pt x="3597148" y="0"/>
                  </a:lnTo>
                  <a:lnTo>
                    <a:pt x="3597148" y="1538732"/>
                  </a:lnTo>
                  <a:lnTo>
                    <a:pt x="0" y="1538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6887" r="-1" b="-66888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 rot="-5400000">
            <a:off x="-1025645" y="8533172"/>
            <a:ext cx="2718073" cy="415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1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SUNUM ŞABLONU</a:t>
            </a:r>
          </a:p>
        </p:txBody>
      </p:sp>
      <p:sp>
        <p:nvSpPr>
          <p:cNvPr id="16" name="TextBox 16"/>
          <p:cNvSpPr txBox="1"/>
          <p:nvPr/>
        </p:nvSpPr>
        <p:spPr>
          <a:xfrm rot="-5400000">
            <a:off x="-2289137" y="1940443"/>
            <a:ext cx="5322813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algn="l">
              <a:lnSpc>
                <a:spcPts val="3358"/>
              </a:lnSpc>
            </a:pPr>
            <a:r>
              <a:rPr lang="tr-TR" sz="2400" b="1" dirty="0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</a:t>
            </a:r>
            <a:r>
              <a:rPr lang="en-US" sz="2400" b="1" dirty="0">
                <a:solidFill>
                  <a:srgbClr val="FDF8F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 VADİ PROJE PAZARI</a:t>
            </a:r>
          </a:p>
        </p:txBody>
      </p:sp>
      <p:sp>
        <p:nvSpPr>
          <p:cNvPr id="17" name="Freeform 17"/>
          <p:cNvSpPr/>
          <p:nvPr/>
        </p:nvSpPr>
        <p:spPr>
          <a:xfrm>
            <a:off x="3060505" y="373750"/>
            <a:ext cx="14981727" cy="8679798"/>
          </a:xfrm>
          <a:custGeom>
            <a:avLst/>
            <a:gdLst/>
            <a:ahLst/>
            <a:cxnLst/>
            <a:rect l="l" t="t" r="r" b="b"/>
            <a:pathLst>
              <a:path w="14981727" h="8679798">
                <a:moveTo>
                  <a:pt x="0" y="0"/>
                </a:moveTo>
                <a:lnTo>
                  <a:pt x="14981727" y="0"/>
                </a:lnTo>
                <a:lnTo>
                  <a:pt x="14981727" y="8679798"/>
                </a:lnTo>
                <a:lnTo>
                  <a:pt x="0" y="86797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98" r="-1498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5989477" y="949972"/>
            <a:ext cx="1799190" cy="1272927"/>
          </a:xfrm>
          <a:custGeom>
            <a:avLst/>
            <a:gdLst/>
            <a:ahLst/>
            <a:cxnLst/>
            <a:rect l="l" t="t" r="r" b="b"/>
            <a:pathLst>
              <a:path w="1799190" h="1272927">
                <a:moveTo>
                  <a:pt x="0" y="0"/>
                </a:moveTo>
                <a:lnTo>
                  <a:pt x="1799190" y="0"/>
                </a:lnTo>
                <a:lnTo>
                  <a:pt x="1799190" y="1272926"/>
                </a:lnTo>
                <a:lnTo>
                  <a:pt x="0" y="12729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</Words>
  <Application>Microsoft Office PowerPoint</Application>
  <PresentationFormat>Özel</PresentationFormat>
  <Paragraphs>18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0" baseType="lpstr">
      <vt:lpstr>Arial</vt:lpstr>
      <vt:lpstr>Times New Roman Bold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Paydaş Toplantı Sunumu.pptx kopyası</dc:title>
  <cp:lastModifiedBy>WiN11</cp:lastModifiedBy>
  <cp:revision>2</cp:revision>
  <dcterms:created xsi:type="dcterms:W3CDTF">2006-08-16T00:00:00Z</dcterms:created>
  <dcterms:modified xsi:type="dcterms:W3CDTF">2026-05-15T10:25:03Z</dcterms:modified>
  <dc:identifier>DAHJt8ajPFA</dc:identifier>
</cp:coreProperties>
</file>